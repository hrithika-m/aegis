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POD2 rebuilds the Entry touchpoint end-to-end using only the product-owner datasets, following Avra’s construct. Scope is Entry-only until Avra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POD2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of the Day — the Entry touchpoint, rebuilt on the real product-owner data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only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869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solely on the datasets Avra shared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445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Avra's construct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445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load factor → show-up → demand → lanes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735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021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Entry-only scope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021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to other touchpoints after sign-off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Bhogapuram / VTZ  ·  S26 season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DID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six-step build, one dataset question at a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 June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real load actuals (30 days)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21208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June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load-factor patterns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40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Entry show-up profile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Twin’s Entry show-up profile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4340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21208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1772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matches, what doesn’t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4672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4233672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91540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Finalise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2104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 dataset for Avra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at this stage — every step is a simple, auditable calculation.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datasets, three roles in Avra’s construct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load actuals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load factor &amp; passenger volume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aircraft category (C / B / A)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volume + load-factor layer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scan times → no show-up timing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600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Passenger-level terminal-entry scans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 − ENTRY_SCAN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show-up profile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— raw file never committed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VTZ schedule &amp; passengers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 → show-up → demand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Meant to reproduce the two real layers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test if the model matches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Avra’s own dashboard is only a style template for how analysis should look — not a dataset, not compared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DATASET CAN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dataset can speak to every Entry dimension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14300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Dimension (Entry)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June loads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HYD e-boarding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Digital twin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 volume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(daily)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2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factor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mix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Per-flight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show-up profile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hourly demand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3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loads has no scan times, so it cannot join the Entry show-up / timing comparison at all. That comparison is two-way — HYD e-boarding (real) vs digital twin. June’s only role at Entry is the volume + load-factor input.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 ·  JUNE LOAD ACTUALS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real June data shows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220,886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2219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June passengers (30 days)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502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narrow-body load factor (68–94% range)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 ↓ 78%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47823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Sunday vs quietest Monday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 narrow-body = 95.3% of departing passengers.</a:t>
            </a:r>
            <a:endParaRPr lang="en-US" sz="1250" dirty="0"/>
          </a:p>
        </p:txBody>
      </p:sp>
      <p:pic>
        <p:nvPicPr>
          <p:cNvPr id="11" name="Image 0" descr="C:\Users\Maddineni Hrithika\Downloads\aegis\POD2\step2_june_analysis\jun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522243"/>
            <a:ext cx="7772400" cy="46364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0" y="620443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dashboard — volume &amp; load-factor patterns from the real June data.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·  HYD E-BOARDING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Entry show-up profile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20,079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entry records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bucket: 90–120 min early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08:00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entry hour</a:t>
            </a:r>
            <a:endParaRPr lang="en-US" sz="1250" dirty="0"/>
          </a:p>
        </p:txBody>
      </p:sp>
      <p:pic>
        <p:nvPicPr>
          <p:cNvPr id="10" name="Image 0" descr="C:\Users\Maddineni Hrithika\Downloads\aegis\POD2\step3_ews_eboarding\ews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4718" y="2880360"/>
            <a:ext cx="8772084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FLIGHT_TIME − TRML_ENT_SCAN_TIME, bucketed. Raw PII file not committed — only aggregates.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·  DIGITAL TWIN (MODELLED)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twin’s Entry show-up — first sign of trouble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show up &gt;150 min early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crammed into 60–120 min (real: 55%)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–85 min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peak, capped at 150</a:t>
            </a:r>
            <a:endParaRPr lang="en-US" sz="1250" dirty="0"/>
          </a:p>
        </p:txBody>
      </p:sp>
      <p:pic>
        <p:nvPicPr>
          <p:cNvPr id="10" name="Image 0" descr="C:\Users\Maddineni Hrithika\Downloads\aegis\POD2\step4_twin_entry\twin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335" y="2880360"/>
            <a:ext cx="8762850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from the twin’s DEP_ENTER window, bucketed the same way as Step 3 for a like-for-like view.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·  REAL VS TWIN, LIKE-FOR-LIKE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 matches the fleet, misses two behaviours</a:t>
            </a:r>
            <a:endParaRPr lang="en-US" sz="3000" dirty="0"/>
          </a:p>
        </p:txBody>
      </p:sp>
      <p:pic>
        <p:nvPicPr>
          <p:cNvPr id="4" name="Image 0" descr="C:\Users\Maddineni Hrithika\Downloads\aegis\POD2\step5_comparison\compariso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898" y="1463040"/>
            <a:ext cx="9479163" cy="2880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37997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is strictly June ↔ HYD ↔ twin. Show-up panel is two-way (June has no data for it).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Aircraft mix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 vs 95.5%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38144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21024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21024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 vs 77.8%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621024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3621024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pt low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36208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19088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LF by weekday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19088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vs flat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19088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6419088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shape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034272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217152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tail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217152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vs 0% &gt;150m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217152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mis-calibrated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recalibrations, folded into the finalised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window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Entry from the MEASURED e-boarding buckets instead of the twin’s triangular window. Restores the &gt;150-minute tail automatically — exactly how Avra does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3232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REAL June load factor by category and day-of-week (narrow-body ~82%, rising into the weekend) instead of a flat ~78% draw.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pure inputs to a deterministic calculation — no model training involved.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·  THE DELIVERABLE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finalised Entry dataset (Bhogapuram / VTZ)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LF[cat, weekday]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24912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44368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35808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show-up buckets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48656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0096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demand (5-min)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33488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52944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44384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projection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37776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57232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48672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= ⌈demand / 60⌉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5,820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22960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departures across the season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438144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21024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~873,500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621024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entry passengers (~4,159/day)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419088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entry lanes required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34272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17152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9217152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30-min demand (busiest day, 17:25)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entry pax rose from the twin’s 827k because the real ~82% load factor replaced the flat ~78%.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 WITH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questions before sign-off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3911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391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9842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E-boarding = 2 days only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the overall show-up profile, but a full month is needed for day-of-week splits.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45643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564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828800" y="34015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sheet ambiguity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382219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workbook’s second sheet is a July-labelled calculated copy; we used the clean June sheet only — confirm.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87375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8737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82880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assumption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23951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ATRS 180 trays/hr and 1.5 trays/pax → 120 pax/hr/lane (60 per 30 min). Confirm the rate.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is built, consistent, and ready for Avra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424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&amp; volume match the real data; the two behavioural gaps are corrected.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finalised Entry dataset is a pure, auditable calculation — ready to review.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on Avra’s confirmation, replicate the six-step build for Security, Boarding and Belt.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begins only once real touchpoint scan data accumulates after go-live.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outputs live in </a:t>
            </a:r>
            <a:pPr indent="0" marL="0">
              <a:buNone/>
            </a:pPr>
            <a:r>
              <a:rPr lang="en-US" sz="1400" b="1" dirty="0">
                <a:solidFill>
                  <a:srgbClr val="16A0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POD2/</a:t>
            </a:r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sub-folder per step, plus the consolidated Word write-up.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2026-07-17T09:50:36Z</dcterms:created>
  <dcterms:modified xsi:type="dcterms:W3CDTF">2026-07-17T09:50:36Z</dcterms:modified>
</cp:coreProperties>
</file>